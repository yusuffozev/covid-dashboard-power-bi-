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77893B-8DB2-0E32-891C-3F056FE91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F754183-31C1-8C35-4362-3589568FB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2EE7846-5770-358A-F022-6F2841064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2EA4C-141E-4312-A370-3B1B6C2F65B6}" type="datetimeFigureOut">
              <a:rPr lang="tr-TR" smtClean="0"/>
              <a:t>16.10.2025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74359FF-33BE-1910-9E96-14F61FEE3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2AF21F3-0F2C-0FC7-ADDB-872BC70D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4405-6245-4EE4-A258-856D495079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2856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535B8A-20A4-1531-1DA3-C692078BA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683CAE6-38CD-C76C-82CD-1A6B602A9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061A001-517C-2A01-1094-6A5BACA42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2EA4C-141E-4312-A370-3B1B6C2F65B6}" type="datetimeFigureOut">
              <a:rPr lang="tr-TR" smtClean="0"/>
              <a:t>16.10.2025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66885E6-C658-3CC5-F2AD-4407333AE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A788402-6114-CBB2-0B00-4832BBF1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4405-6245-4EE4-A258-856D495079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485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B2326A1-F705-C862-EE99-04E0E700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C8B6420-1977-0FFB-8F8A-FA9A9214B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80BF990-82C1-4D73-AB1C-4C90C380E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2EA4C-141E-4312-A370-3B1B6C2F65B6}" type="datetimeFigureOut">
              <a:rPr lang="tr-TR" smtClean="0"/>
              <a:t>16.10.2025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C8E7403-9E63-6ADE-1692-7EDF51687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4149B51-7A1C-C1C4-9D4A-4F1F21442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4405-6245-4EE4-A258-856D495079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245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3FBBD0-EC5C-E0D0-555F-EF5CC98F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F87DA1D-57A1-0686-C304-023C5F8C0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3929BD2-80E9-B888-EB1A-ED69BEED7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FB1B672-F90B-7616-AC22-D1CDA1B44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2EA4C-141E-4312-A370-3B1B6C2F65B6}" type="datetimeFigureOut">
              <a:rPr lang="tr-TR" smtClean="0"/>
              <a:t>16.10.2025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D3E96C7-3CF8-335A-003D-8B5D979C8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81F5E4A-9976-E1A2-CEE9-BE977D0C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4405-6245-4EE4-A258-856D495079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6708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1109EC-B181-EDD2-41B5-54F6570EE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4EF2E41-4929-139E-6AB8-1F371E589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6F211FB-CF32-FACD-111E-591B121FF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655F2554-D9ED-2F89-5193-8FA1FD030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5EDA171-BFA6-1A24-0F26-42E301C38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D2EC9DA-82CA-186F-C563-CE261988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2EA4C-141E-4312-A370-3B1B6C2F65B6}" type="datetimeFigureOut">
              <a:rPr lang="tr-TR" smtClean="0"/>
              <a:t>16.10.2025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7F60EA6-4EF8-2434-95D2-DA552169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2A98624F-A56D-4D38-4A58-ECD29677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4405-6245-4EE4-A258-856D495079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0092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2F7500-322F-240B-EBC7-EEE139E90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3AB24E4-27CA-E3CC-268D-33716BACC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2EA4C-141E-4312-A370-3B1B6C2F65B6}" type="datetimeFigureOut">
              <a:rPr lang="tr-TR" smtClean="0"/>
              <a:t>16.10.2025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FD7A69C-9CFD-3540-EEDD-FF959B6F4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BF0164D-598C-65CD-D289-F1C5ADF3E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4405-6245-4EE4-A258-856D495079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196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34B5907-F221-7EE6-5588-87C38DD62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2EA4C-141E-4312-A370-3B1B6C2F65B6}" type="datetimeFigureOut">
              <a:rPr lang="tr-TR" smtClean="0"/>
              <a:t>16.10.2025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1A00568-D497-B1D3-2755-2A40477B9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DB34BFF-882F-4EEC-8952-6D80FD51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4405-6245-4EE4-A258-856D495079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975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8DC706-5D9C-D2C6-AD80-49E0D1A9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CDBC79-B4A2-6C46-68F4-6E25234EE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F117467-55E6-3FD5-D4C2-07D75AE08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097704A-A056-7335-800F-5D6E4C9BE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2EA4C-141E-4312-A370-3B1B6C2F65B6}" type="datetimeFigureOut">
              <a:rPr lang="tr-TR" smtClean="0"/>
              <a:t>16.10.2025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401FD15-E6B4-7113-69EC-A894DBF3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C040A43-E8D3-DFC5-02C9-38EBA611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4405-6245-4EE4-A258-856D495079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005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78358B-75BB-A568-4095-89ECDC923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FB8F69F-EB44-0467-48D7-9F4334A572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11CABEC-6C60-A487-F1A5-55993A475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A90CF4B-1ECF-E9C9-6818-3AB150216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2EA4C-141E-4312-A370-3B1B6C2F65B6}" type="datetimeFigureOut">
              <a:rPr lang="tr-TR" smtClean="0"/>
              <a:t>16.10.2025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5743DCB-5EDB-E095-2377-12CD9DB1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89C40C5-B36F-238A-C306-5F3F1D36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4405-6245-4EE4-A258-856D495079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921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09AF561-C4F6-F873-8F98-07730BD8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1BD7F6C-CD6C-BC5C-F4D8-AC46E9EEE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82B3750-EC63-1A83-3673-CB2731CFE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2EA4C-141E-4312-A370-3B1B6C2F65B6}" type="datetimeFigureOut">
              <a:rPr lang="tr-TR" smtClean="0"/>
              <a:t>16.10.2025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6C2E26A-0F24-9E9A-A245-1EDAAC49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9B46EA1-076E-2AC6-A204-1BAE3FD82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4405-6245-4EE4-A258-856D495079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1493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EE21207-4489-3B87-5EE4-A6093EC8B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1F8BE91-E0C3-869F-4103-B92622F63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7271C1B-E21C-84F1-869F-F11856F36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2EA4C-141E-4312-A370-3B1B6C2F65B6}" type="datetimeFigureOut">
              <a:rPr lang="tr-TR" smtClean="0"/>
              <a:t>16.10.2025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8EF4F85-450D-4A20-330C-AEC79782A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8AB040C-8D04-FF02-151B-EB120B1A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4405-6245-4EE4-A258-856D495079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7437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B8A5D0E-D83F-3EFE-51B6-CEF0F6791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9F2BD92-9BD4-2D4B-3116-F48C66191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E242812-B083-DA63-BC16-AA591C2C8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12EA4C-141E-4312-A370-3B1B6C2F65B6}" type="datetimeFigureOut">
              <a:rPr lang="tr-TR" smtClean="0"/>
              <a:t>16.10.2025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07986A8-ABB8-E8AA-5B2D-FE92067C0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FEE48A4-1F0D-4E3E-21D4-63EE1BCF4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44405-6245-4EE4-A258-856D495079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423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EAA18D0-B33A-7B9C-ABA1-1BA636F62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9545" y="-1481796"/>
            <a:ext cx="13936038" cy="8339796"/>
          </a:xfrm>
          <a:prstGeom prst="rect">
            <a:avLst/>
          </a:prstGeom>
          <a:gradFill>
            <a:gsLst>
              <a:gs pos="0">
                <a:schemeClr val="tx2">
                  <a:lumMod val="66000"/>
                  <a:lumOff val="34000"/>
                </a:schemeClr>
              </a:gs>
              <a:gs pos="58000">
                <a:schemeClr val="accent5">
                  <a:lumMod val="60000"/>
                  <a:lumOff val="40000"/>
                </a:schemeClr>
              </a:gs>
              <a:gs pos="89000">
                <a:schemeClr val="accent1">
                  <a:lumMod val="30000"/>
                  <a:lumOff val="70000"/>
                </a:schemeClr>
              </a:gs>
            </a:gsLst>
            <a:lin ang="4200000" scaled="0"/>
          </a:gradFill>
          <a:ln>
            <a:noFill/>
          </a:ln>
          <a:effectLst/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27A0F18A-3EE1-428C-F4A9-35A690D92FBB}"/>
              </a:ext>
            </a:extLst>
          </p:cNvPr>
          <p:cNvSpPr/>
          <p:nvPr/>
        </p:nvSpPr>
        <p:spPr>
          <a:xfrm>
            <a:off x="-445143" y="-1461105"/>
            <a:ext cx="13829113" cy="589935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noFill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AF23F1C2-5C28-2AD3-4B4C-C38BE1F4F9B9}"/>
              </a:ext>
            </a:extLst>
          </p:cNvPr>
          <p:cNvSpPr txBox="1"/>
          <p:nvPr/>
        </p:nvSpPr>
        <p:spPr>
          <a:xfrm>
            <a:off x="-421675" y="-1187576"/>
            <a:ext cx="2099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 err="1">
                <a:solidFill>
                  <a:srgbClr val="EE0000"/>
                </a:solidFill>
                <a:latin typeface="Chiller" panose="04020404031007020602" pitchFamily="82" charset="0"/>
              </a:rPr>
              <a:t>Covid</a:t>
            </a:r>
            <a:r>
              <a:rPr lang="tr-TR" sz="2800" dirty="0">
                <a:solidFill>
                  <a:srgbClr val="EE0000"/>
                </a:solidFill>
                <a:latin typeface="Chiller" panose="04020404031007020602" pitchFamily="82" charset="0"/>
              </a:rPr>
              <a:t> 19 Rapor</a:t>
            </a:r>
          </a:p>
        </p:txBody>
      </p:sp>
      <p:sp>
        <p:nvSpPr>
          <p:cNvPr id="20" name="Grafik 18">
            <a:extLst>
              <a:ext uri="{FF2B5EF4-FFF2-40B4-BE49-F238E27FC236}">
                <a16:creationId xmlns:a16="http://schemas.microsoft.com/office/drawing/2014/main" id="{4520C2D1-AE26-2BC6-52D3-5CBDD060BFC6}"/>
              </a:ext>
            </a:extLst>
          </p:cNvPr>
          <p:cNvSpPr/>
          <p:nvPr/>
        </p:nvSpPr>
        <p:spPr>
          <a:xfrm>
            <a:off x="-186813" y="-664356"/>
            <a:ext cx="1091381" cy="850157"/>
          </a:xfrm>
          <a:custGeom>
            <a:avLst/>
            <a:gdLst>
              <a:gd name="connsiteX0" fmla="*/ 517701 w 1170258"/>
              <a:gd name="connsiteY0" fmla="*/ 368303 h 1117867"/>
              <a:gd name="connsiteX1" fmla="*/ 598759 w 1170258"/>
              <a:gd name="connsiteY1" fmla="*/ 449361 h 1117867"/>
              <a:gd name="connsiteX2" fmla="*/ 517701 w 1170258"/>
              <a:gd name="connsiteY2" fmla="*/ 530418 h 1117867"/>
              <a:gd name="connsiteX3" fmla="*/ 436643 w 1170258"/>
              <a:gd name="connsiteY3" fmla="*/ 449361 h 1117867"/>
              <a:gd name="connsiteX4" fmla="*/ 517701 w 1170258"/>
              <a:gd name="connsiteY4" fmla="*/ 368303 h 1117867"/>
              <a:gd name="connsiteX5" fmla="*/ 517701 w 1170258"/>
              <a:gd name="connsiteY5" fmla="*/ 368303 h 1117867"/>
              <a:gd name="connsiteX6" fmla="*/ 458741 w 1170258"/>
              <a:gd name="connsiteY6" fmla="*/ 67503 h 1117867"/>
              <a:gd name="connsiteX7" fmla="*/ 375302 w 1170258"/>
              <a:gd name="connsiteY7" fmla="*/ 35690 h 1117867"/>
              <a:gd name="connsiteX8" fmla="*/ 343489 w 1170258"/>
              <a:gd name="connsiteY8" fmla="*/ 119129 h 1117867"/>
              <a:gd name="connsiteX9" fmla="*/ 393590 w 1170258"/>
              <a:gd name="connsiteY9" fmla="*/ 155991 h 1117867"/>
              <a:gd name="connsiteX10" fmla="*/ 431023 w 1170258"/>
              <a:gd name="connsiteY10" fmla="*/ 229809 h 1117867"/>
              <a:gd name="connsiteX11" fmla="*/ 336821 w 1170258"/>
              <a:gd name="connsiteY11" fmla="*/ 297056 h 1117867"/>
              <a:gd name="connsiteX12" fmla="*/ 330725 w 1170258"/>
              <a:gd name="connsiteY12" fmla="*/ 303247 h 1117867"/>
              <a:gd name="connsiteX13" fmla="*/ 240904 w 1170258"/>
              <a:gd name="connsiteY13" fmla="*/ 255432 h 1117867"/>
              <a:gd name="connsiteX14" fmla="*/ 236523 w 1170258"/>
              <a:gd name="connsiteY14" fmla="*/ 219141 h 1117867"/>
              <a:gd name="connsiteX15" fmla="*/ 127271 w 1170258"/>
              <a:gd name="connsiteY15" fmla="*/ 166278 h 1117867"/>
              <a:gd name="connsiteX16" fmla="*/ 74407 w 1170258"/>
              <a:gd name="connsiteY16" fmla="*/ 275529 h 1117867"/>
              <a:gd name="connsiteX17" fmla="*/ 183659 w 1170258"/>
              <a:gd name="connsiteY17" fmla="*/ 328393 h 1117867"/>
              <a:gd name="connsiteX18" fmla="*/ 208996 w 1170258"/>
              <a:gd name="connsiteY18" fmla="*/ 314487 h 1117867"/>
              <a:gd name="connsiteX19" fmla="*/ 288815 w 1170258"/>
              <a:gd name="connsiteY19" fmla="*/ 356968 h 1117867"/>
              <a:gd name="connsiteX20" fmla="*/ 238142 w 1170258"/>
              <a:gd name="connsiteY20" fmla="*/ 493176 h 1117867"/>
              <a:gd name="connsiteX21" fmla="*/ 172801 w 1170258"/>
              <a:gd name="connsiteY21" fmla="*/ 494128 h 1117867"/>
              <a:gd name="connsiteX22" fmla="*/ 122413 w 1170258"/>
              <a:gd name="connsiteY22" fmla="*/ 466410 h 1117867"/>
              <a:gd name="connsiteX23" fmla="*/ 57453 w 1170258"/>
              <a:gd name="connsiteY23" fmla="*/ 527656 h 1117867"/>
              <a:gd name="connsiteX24" fmla="*/ 118699 w 1170258"/>
              <a:gd name="connsiteY24" fmla="*/ 592617 h 1117867"/>
              <a:gd name="connsiteX25" fmla="*/ 175182 w 1170258"/>
              <a:gd name="connsiteY25" fmla="*/ 561184 h 1117867"/>
              <a:gd name="connsiteX26" fmla="*/ 234808 w 1170258"/>
              <a:gd name="connsiteY26" fmla="*/ 560327 h 1117867"/>
              <a:gd name="connsiteX27" fmla="*/ 248048 w 1170258"/>
              <a:gd name="connsiteY27" fmla="*/ 641289 h 1117867"/>
              <a:gd name="connsiteX28" fmla="*/ 86123 w 1170258"/>
              <a:gd name="connsiteY28" fmla="*/ 728919 h 1117867"/>
              <a:gd name="connsiteX29" fmla="*/ 53357 w 1170258"/>
              <a:gd name="connsiteY29" fmla="*/ 725300 h 1117867"/>
              <a:gd name="connsiteX30" fmla="*/ 779 w 1170258"/>
              <a:gd name="connsiteY30" fmla="*/ 797499 h 1117867"/>
              <a:gd name="connsiteX31" fmla="*/ 72979 w 1170258"/>
              <a:gd name="connsiteY31" fmla="*/ 850077 h 1117867"/>
              <a:gd name="connsiteX32" fmla="*/ 126223 w 1170258"/>
              <a:gd name="connsiteY32" fmla="*/ 783688 h 1117867"/>
              <a:gd name="connsiteX33" fmla="*/ 273099 w 1170258"/>
              <a:gd name="connsiteY33" fmla="*/ 704250 h 1117867"/>
              <a:gd name="connsiteX34" fmla="*/ 337012 w 1170258"/>
              <a:gd name="connsiteY34" fmla="*/ 791880 h 1117867"/>
              <a:gd name="connsiteX35" fmla="*/ 342917 w 1170258"/>
              <a:gd name="connsiteY35" fmla="*/ 797690 h 1117867"/>
              <a:gd name="connsiteX36" fmla="*/ 270051 w 1170258"/>
              <a:gd name="connsiteY36" fmla="*/ 900750 h 1117867"/>
              <a:gd name="connsiteX37" fmla="*/ 228998 w 1170258"/>
              <a:gd name="connsiteY37" fmla="*/ 901608 h 1117867"/>
              <a:gd name="connsiteX38" fmla="*/ 168324 w 1170258"/>
              <a:gd name="connsiteY38" fmla="*/ 1006668 h 1117867"/>
              <a:gd name="connsiteX39" fmla="*/ 273385 w 1170258"/>
              <a:gd name="connsiteY39" fmla="*/ 1067343 h 1117867"/>
              <a:gd name="connsiteX40" fmla="*/ 334059 w 1170258"/>
              <a:gd name="connsiteY40" fmla="*/ 962282 h 1117867"/>
              <a:gd name="connsiteX41" fmla="*/ 324439 w 1170258"/>
              <a:gd name="connsiteY41" fmla="*/ 939803 h 1117867"/>
              <a:gd name="connsiteX42" fmla="*/ 395590 w 1170258"/>
              <a:gd name="connsiteY42" fmla="*/ 839219 h 1117867"/>
              <a:gd name="connsiteX43" fmla="*/ 534846 w 1170258"/>
              <a:gd name="connsiteY43" fmla="*/ 890940 h 1117867"/>
              <a:gd name="connsiteX44" fmla="*/ 522749 w 1170258"/>
              <a:gd name="connsiteY44" fmla="*/ 988571 h 1117867"/>
              <a:gd name="connsiteX45" fmla="*/ 491412 w 1170258"/>
              <a:gd name="connsiteY45" fmla="*/ 1078868 h 1117867"/>
              <a:gd name="connsiteX46" fmla="*/ 582185 w 1170258"/>
              <a:gd name="connsiteY46" fmla="*/ 1111253 h 1117867"/>
              <a:gd name="connsiteX47" fmla="*/ 614570 w 1170258"/>
              <a:gd name="connsiteY47" fmla="*/ 1020480 h 1117867"/>
              <a:gd name="connsiteX48" fmla="*/ 590091 w 1170258"/>
              <a:gd name="connsiteY48" fmla="*/ 992476 h 1117867"/>
              <a:gd name="connsiteX49" fmla="*/ 602283 w 1170258"/>
              <a:gd name="connsiteY49" fmla="*/ 893988 h 1117867"/>
              <a:gd name="connsiteX50" fmla="*/ 760207 w 1170258"/>
              <a:gd name="connsiteY50" fmla="*/ 847125 h 1117867"/>
              <a:gd name="connsiteX51" fmla="*/ 787639 w 1170258"/>
              <a:gd name="connsiteY51" fmla="*/ 885987 h 1117867"/>
              <a:gd name="connsiteX52" fmla="*/ 825739 w 1170258"/>
              <a:gd name="connsiteY52" fmla="*/ 939898 h 1117867"/>
              <a:gd name="connsiteX53" fmla="*/ 816119 w 1170258"/>
              <a:gd name="connsiteY53" fmla="*/ 962377 h 1117867"/>
              <a:gd name="connsiteX54" fmla="*/ 876793 w 1170258"/>
              <a:gd name="connsiteY54" fmla="*/ 1067438 h 1117867"/>
              <a:gd name="connsiteX55" fmla="*/ 981854 w 1170258"/>
              <a:gd name="connsiteY55" fmla="*/ 1006764 h 1117867"/>
              <a:gd name="connsiteX56" fmla="*/ 921180 w 1170258"/>
              <a:gd name="connsiteY56" fmla="*/ 901703 h 1117867"/>
              <a:gd name="connsiteX57" fmla="*/ 880127 w 1170258"/>
              <a:gd name="connsiteY57" fmla="*/ 900846 h 1117867"/>
              <a:gd name="connsiteX58" fmla="*/ 842218 w 1170258"/>
              <a:gd name="connsiteY58" fmla="*/ 847315 h 1117867"/>
              <a:gd name="connsiteX59" fmla="*/ 814405 w 1170258"/>
              <a:gd name="connsiteY59" fmla="*/ 808072 h 1117867"/>
              <a:gd name="connsiteX60" fmla="*/ 831550 w 1170258"/>
              <a:gd name="connsiteY60" fmla="*/ 792070 h 1117867"/>
              <a:gd name="connsiteX61" fmla="*/ 890700 w 1170258"/>
              <a:gd name="connsiteY61" fmla="*/ 713489 h 1117867"/>
              <a:gd name="connsiteX62" fmla="*/ 1045767 w 1170258"/>
              <a:gd name="connsiteY62" fmla="*/ 768353 h 1117867"/>
              <a:gd name="connsiteX63" fmla="*/ 1107108 w 1170258"/>
              <a:gd name="connsiteY63" fmla="*/ 816645 h 1117867"/>
              <a:gd name="connsiteX64" fmla="*/ 1170259 w 1170258"/>
              <a:gd name="connsiteY64" fmla="*/ 753494 h 1117867"/>
              <a:gd name="connsiteX65" fmla="*/ 1107108 w 1170258"/>
              <a:gd name="connsiteY65" fmla="*/ 690343 h 1117867"/>
              <a:gd name="connsiteX66" fmla="*/ 1067198 w 1170258"/>
              <a:gd name="connsiteY66" fmla="*/ 704535 h 1117867"/>
              <a:gd name="connsiteX67" fmla="*/ 917370 w 1170258"/>
              <a:gd name="connsiteY67" fmla="*/ 651481 h 1117867"/>
              <a:gd name="connsiteX68" fmla="*/ 934039 w 1170258"/>
              <a:gd name="connsiteY68" fmla="*/ 544515 h 1117867"/>
              <a:gd name="connsiteX69" fmla="*/ 920323 w 1170258"/>
              <a:gd name="connsiteY69" fmla="*/ 447265 h 1117867"/>
              <a:gd name="connsiteX70" fmla="*/ 1003666 w 1170258"/>
              <a:gd name="connsiteY70" fmla="*/ 406593 h 1117867"/>
              <a:gd name="connsiteX71" fmla="*/ 1038147 w 1170258"/>
              <a:gd name="connsiteY71" fmla="*/ 420690 h 1117867"/>
              <a:gd name="connsiteX72" fmla="*/ 1113490 w 1170258"/>
              <a:gd name="connsiteY72" fmla="*/ 360492 h 1117867"/>
              <a:gd name="connsiteX73" fmla="*/ 1053292 w 1170258"/>
              <a:gd name="connsiteY73" fmla="*/ 285150 h 1117867"/>
              <a:gd name="connsiteX74" fmla="*/ 978139 w 1170258"/>
              <a:gd name="connsiteY74" fmla="*/ 344109 h 1117867"/>
              <a:gd name="connsiteX75" fmla="*/ 895367 w 1170258"/>
              <a:gd name="connsiteY75" fmla="*/ 384495 h 1117867"/>
              <a:gd name="connsiteX76" fmla="*/ 842980 w 1170258"/>
              <a:gd name="connsiteY76" fmla="*/ 309057 h 1117867"/>
              <a:gd name="connsiteX77" fmla="*/ 958518 w 1170258"/>
              <a:gd name="connsiteY77" fmla="*/ 188090 h 1117867"/>
              <a:gd name="connsiteX78" fmla="*/ 986998 w 1170258"/>
              <a:gd name="connsiteY78" fmla="*/ 193424 h 1117867"/>
              <a:gd name="connsiteX79" fmla="*/ 1074151 w 1170258"/>
              <a:gd name="connsiteY79" fmla="*/ 108937 h 1117867"/>
              <a:gd name="connsiteX80" fmla="*/ 989665 w 1170258"/>
              <a:gd name="connsiteY80" fmla="*/ 21783 h 1117867"/>
              <a:gd name="connsiteX81" fmla="*/ 902511 w 1170258"/>
              <a:gd name="connsiteY81" fmla="*/ 106270 h 1117867"/>
              <a:gd name="connsiteX82" fmla="*/ 909655 w 1170258"/>
              <a:gd name="connsiteY82" fmla="*/ 141894 h 1117867"/>
              <a:gd name="connsiteX83" fmla="*/ 793354 w 1170258"/>
              <a:gd name="connsiteY83" fmla="*/ 263909 h 1117867"/>
              <a:gd name="connsiteX84" fmla="*/ 678864 w 1170258"/>
              <a:gd name="connsiteY84" fmla="*/ 207521 h 1117867"/>
              <a:gd name="connsiteX85" fmla="*/ 689056 w 1170258"/>
              <a:gd name="connsiteY85" fmla="*/ 121701 h 1117867"/>
              <a:gd name="connsiteX86" fmla="*/ 728299 w 1170258"/>
              <a:gd name="connsiteY86" fmla="*/ 67599 h 1117867"/>
              <a:gd name="connsiteX87" fmla="*/ 669720 w 1170258"/>
              <a:gd name="connsiteY87" fmla="*/ 162 h 1117867"/>
              <a:gd name="connsiteX88" fmla="*/ 602283 w 1170258"/>
              <a:gd name="connsiteY88" fmla="*/ 58740 h 1117867"/>
              <a:gd name="connsiteX89" fmla="*/ 622666 w 1170258"/>
              <a:gd name="connsiteY89" fmla="*/ 109699 h 1117867"/>
              <a:gd name="connsiteX90" fmla="*/ 612475 w 1170258"/>
              <a:gd name="connsiteY90" fmla="*/ 195615 h 1117867"/>
              <a:gd name="connsiteX91" fmla="*/ 584281 w 1170258"/>
              <a:gd name="connsiteY91" fmla="*/ 194472 h 1117867"/>
              <a:gd name="connsiteX92" fmla="*/ 494460 w 1170258"/>
              <a:gd name="connsiteY92" fmla="*/ 206092 h 1117867"/>
              <a:gd name="connsiteX93" fmla="*/ 454360 w 1170258"/>
              <a:gd name="connsiteY93" fmla="*/ 127130 h 1117867"/>
              <a:gd name="connsiteX94" fmla="*/ 458741 w 1170258"/>
              <a:gd name="connsiteY94" fmla="*/ 67503 h 1117867"/>
              <a:gd name="connsiteX95" fmla="*/ 458741 w 1170258"/>
              <a:gd name="connsiteY95" fmla="*/ 67503 h 1117867"/>
              <a:gd name="connsiteX96" fmla="*/ 781448 w 1170258"/>
              <a:gd name="connsiteY96" fmla="*/ 347253 h 1117867"/>
              <a:gd name="connsiteX97" fmla="*/ 584281 w 1170258"/>
              <a:gd name="connsiteY97" fmla="*/ 265623 h 1117867"/>
              <a:gd name="connsiteX98" fmla="*/ 387113 w 1170258"/>
              <a:gd name="connsiteY98" fmla="*/ 347253 h 1117867"/>
              <a:gd name="connsiteX99" fmla="*/ 305484 w 1170258"/>
              <a:gd name="connsiteY99" fmla="*/ 544420 h 1117867"/>
              <a:gd name="connsiteX100" fmla="*/ 387113 w 1170258"/>
              <a:gd name="connsiteY100" fmla="*/ 741588 h 1117867"/>
              <a:gd name="connsiteX101" fmla="*/ 584281 w 1170258"/>
              <a:gd name="connsiteY101" fmla="*/ 823217 h 1117867"/>
              <a:gd name="connsiteX102" fmla="*/ 781448 w 1170258"/>
              <a:gd name="connsiteY102" fmla="*/ 741588 h 1117867"/>
              <a:gd name="connsiteX103" fmla="*/ 863077 w 1170258"/>
              <a:gd name="connsiteY103" fmla="*/ 544420 h 1117867"/>
              <a:gd name="connsiteX104" fmla="*/ 781448 w 1170258"/>
              <a:gd name="connsiteY104" fmla="*/ 347253 h 1117867"/>
              <a:gd name="connsiteX105" fmla="*/ 781448 w 1170258"/>
              <a:gd name="connsiteY105" fmla="*/ 347253 h 1117867"/>
              <a:gd name="connsiteX106" fmla="*/ 726965 w 1170258"/>
              <a:gd name="connsiteY106" fmla="*/ 459267 h 1117867"/>
              <a:gd name="connsiteX107" fmla="*/ 773447 w 1170258"/>
              <a:gd name="connsiteY107" fmla="*/ 505749 h 1117867"/>
              <a:gd name="connsiteX108" fmla="*/ 726965 w 1170258"/>
              <a:gd name="connsiteY108" fmla="*/ 552231 h 1117867"/>
              <a:gd name="connsiteX109" fmla="*/ 680483 w 1170258"/>
              <a:gd name="connsiteY109" fmla="*/ 505749 h 1117867"/>
              <a:gd name="connsiteX110" fmla="*/ 726965 w 1170258"/>
              <a:gd name="connsiteY110" fmla="*/ 459267 h 1117867"/>
              <a:gd name="connsiteX111" fmla="*/ 726965 w 1170258"/>
              <a:gd name="connsiteY111" fmla="*/ 459267 h 1117867"/>
              <a:gd name="connsiteX112" fmla="*/ 583233 w 1170258"/>
              <a:gd name="connsiteY112" fmla="*/ 590235 h 1117867"/>
              <a:gd name="connsiteX113" fmla="*/ 664291 w 1170258"/>
              <a:gd name="connsiteY113" fmla="*/ 671293 h 1117867"/>
              <a:gd name="connsiteX114" fmla="*/ 583233 w 1170258"/>
              <a:gd name="connsiteY114" fmla="*/ 752351 h 1117867"/>
              <a:gd name="connsiteX115" fmla="*/ 502175 w 1170258"/>
              <a:gd name="connsiteY115" fmla="*/ 671293 h 1117867"/>
              <a:gd name="connsiteX116" fmla="*/ 583233 w 1170258"/>
              <a:gd name="connsiteY116" fmla="*/ 590235 h 1117867"/>
              <a:gd name="connsiteX117" fmla="*/ 583233 w 1170258"/>
              <a:gd name="connsiteY117" fmla="*/ 590235 h 111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170258" h="1117867">
                <a:moveTo>
                  <a:pt x="517701" y="368303"/>
                </a:moveTo>
                <a:cubicBezTo>
                  <a:pt x="562468" y="368303"/>
                  <a:pt x="598759" y="404593"/>
                  <a:pt x="598759" y="449361"/>
                </a:cubicBezTo>
                <a:cubicBezTo>
                  <a:pt x="598759" y="494128"/>
                  <a:pt x="562468" y="530418"/>
                  <a:pt x="517701" y="530418"/>
                </a:cubicBezTo>
                <a:cubicBezTo>
                  <a:pt x="472933" y="530418"/>
                  <a:pt x="436643" y="494128"/>
                  <a:pt x="436643" y="449361"/>
                </a:cubicBezTo>
                <a:cubicBezTo>
                  <a:pt x="436548" y="404593"/>
                  <a:pt x="472933" y="368303"/>
                  <a:pt x="517701" y="368303"/>
                </a:cubicBezTo>
                <a:lnTo>
                  <a:pt x="517701" y="368303"/>
                </a:lnTo>
                <a:close/>
                <a:moveTo>
                  <a:pt x="458741" y="67503"/>
                </a:moveTo>
                <a:cubicBezTo>
                  <a:pt x="444454" y="35690"/>
                  <a:pt x="407116" y="21498"/>
                  <a:pt x="375302" y="35690"/>
                </a:cubicBezTo>
                <a:cubicBezTo>
                  <a:pt x="343489" y="49977"/>
                  <a:pt x="329296" y="87315"/>
                  <a:pt x="343489" y="119129"/>
                </a:cubicBezTo>
                <a:cubicBezTo>
                  <a:pt x="352918" y="140084"/>
                  <a:pt x="372349" y="153419"/>
                  <a:pt x="393590" y="155991"/>
                </a:cubicBezTo>
                <a:lnTo>
                  <a:pt x="431023" y="229809"/>
                </a:lnTo>
                <a:cubicBezTo>
                  <a:pt x="395971" y="246954"/>
                  <a:pt x="364158" y="269719"/>
                  <a:pt x="336821" y="297056"/>
                </a:cubicBezTo>
                <a:cubicBezTo>
                  <a:pt x="334726" y="299151"/>
                  <a:pt x="332725" y="301152"/>
                  <a:pt x="330725" y="303247"/>
                </a:cubicBezTo>
                <a:lnTo>
                  <a:pt x="240904" y="255432"/>
                </a:lnTo>
                <a:cubicBezTo>
                  <a:pt x="242047" y="243525"/>
                  <a:pt x="240714" y="231143"/>
                  <a:pt x="236523" y="219141"/>
                </a:cubicBezTo>
                <a:cubicBezTo>
                  <a:pt x="220997" y="174374"/>
                  <a:pt x="172039" y="150752"/>
                  <a:pt x="127271" y="166278"/>
                </a:cubicBezTo>
                <a:cubicBezTo>
                  <a:pt x="82504" y="181803"/>
                  <a:pt x="58882" y="230762"/>
                  <a:pt x="74407" y="275529"/>
                </a:cubicBezTo>
                <a:cubicBezTo>
                  <a:pt x="89933" y="320297"/>
                  <a:pt x="138892" y="343919"/>
                  <a:pt x="183659" y="328393"/>
                </a:cubicBezTo>
                <a:cubicBezTo>
                  <a:pt x="193089" y="325155"/>
                  <a:pt x="201566" y="320392"/>
                  <a:pt x="208996" y="314487"/>
                </a:cubicBezTo>
                <a:lnTo>
                  <a:pt x="288815" y="356968"/>
                </a:lnTo>
                <a:cubicBezTo>
                  <a:pt x="263098" y="397449"/>
                  <a:pt x="245381" y="443646"/>
                  <a:pt x="238142" y="493176"/>
                </a:cubicBezTo>
                <a:lnTo>
                  <a:pt x="172801" y="494128"/>
                </a:lnTo>
                <a:cubicBezTo>
                  <a:pt x="161847" y="477936"/>
                  <a:pt x="143464" y="466982"/>
                  <a:pt x="122413" y="466410"/>
                </a:cubicBezTo>
                <a:cubicBezTo>
                  <a:pt x="87552" y="465363"/>
                  <a:pt x="58501" y="492795"/>
                  <a:pt x="57453" y="527656"/>
                </a:cubicBezTo>
                <a:cubicBezTo>
                  <a:pt x="56405" y="562518"/>
                  <a:pt x="83837" y="591569"/>
                  <a:pt x="118699" y="592617"/>
                </a:cubicBezTo>
                <a:cubicBezTo>
                  <a:pt x="142702" y="593283"/>
                  <a:pt x="163942" y="580615"/>
                  <a:pt x="175182" y="561184"/>
                </a:cubicBezTo>
                <a:lnTo>
                  <a:pt x="234808" y="560327"/>
                </a:lnTo>
                <a:cubicBezTo>
                  <a:pt x="236047" y="588330"/>
                  <a:pt x="240619" y="615381"/>
                  <a:pt x="248048" y="641289"/>
                </a:cubicBezTo>
                <a:lnTo>
                  <a:pt x="86123" y="728919"/>
                </a:lnTo>
                <a:cubicBezTo>
                  <a:pt x="76027" y="724919"/>
                  <a:pt x="64787" y="723585"/>
                  <a:pt x="53357" y="725300"/>
                </a:cubicBezTo>
                <a:cubicBezTo>
                  <a:pt x="18877" y="730729"/>
                  <a:pt x="-4650" y="763019"/>
                  <a:pt x="779" y="797499"/>
                </a:cubicBezTo>
                <a:cubicBezTo>
                  <a:pt x="6208" y="831980"/>
                  <a:pt x="38498" y="855507"/>
                  <a:pt x="72979" y="850077"/>
                </a:cubicBezTo>
                <a:cubicBezTo>
                  <a:pt x="105459" y="844934"/>
                  <a:pt x="128319" y="815883"/>
                  <a:pt x="126223" y="783688"/>
                </a:cubicBezTo>
                <a:lnTo>
                  <a:pt x="273099" y="704250"/>
                </a:lnTo>
                <a:cubicBezTo>
                  <a:pt x="289768" y="736730"/>
                  <a:pt x="311485" y="766257"/>
                  <a:pt x="337012" y="791880"/>
                </a:cubicBezTo>
                <a:cubicBezTo>
                  <a:pt x="338917" y="793785"/>
                  <a:pt x="340917" y="795785"/>
                  <a:pt x="342917" y="797690"/>
                </a:cubicBezTo>
                <a:lnTo>
                  <a:pt x="270051" y="900750"/>
                </a:lnTo>
                <a:cubicBezTo>
                  <a:pt x="256906" y="897798"/>
                  <a:pt x="242905" y="897893"/>
                  <a:pt x="228998" y="901608"/>
                </a:cubicBezTo>
                <a:cubicBezTo>
                  <a:pt x="183183" y="913895"/>
                  <a:pt x="156037" y="960948"/>
                  <a:pt x="168324" y="1006668"/>
                </a:cubicBezTo>
                <a:cubicBezTo>
                  <a:pt x="180611" y="1052484"/>
                  <a:pt x="227665" y="1079630"/>
                  <a:pt x="273385" y="1067343"/>
                </a:cubicBezTo>
                <a:cubicBezTo>
                  <a:pt x="319200" y="1055055"/>
                  <a:pt x="346346" y="1008002"/>
                  <a:pt x="334059" y="962282"/>
                </a:cubicBezTo>
                <a:cubicBezTo>
                  <a:pt x="331868" y="954186"/>
                  <a:pt x="328630" y="946661"/>
                  <a:pt x="324439" y="939803"/>
                </a:cubicBezTo>
                <a:lnTo>
                  <a:pt x="395590" y="839219"/>
                </a:lnTo>
                <a:cubicBezTo>
                  <a:pt x="436834" y="865698"/>
                  <a:pt x="484078" y="883796"/>
                  <a:pt x="534846" y="890940"/>
                </a:cubicBezTo>
                <a:lnTo>
                  <a:pt x="522749" y="988571"/>
                </a:lnTo>
                <a:cubicBezTo>
                  <a:pt x="489507" y="1005049"/>
                  <a:pt x="475505" y="1045149"/>
                  <a:pt x="491412" y="1078868"/>
                </a:cubicBezTo>
                <a:cubicBezTo>
                  <a:pt x="507509" y="1112872"/>
                  <a:pt x="548181" y="1127445"/>
                  <a:pt x="582185" y="1111253"/>
                </a:cubicBezTo>
                <a:cubicBezTo>
                  <a:pt x="616189" y="1095156"/>
                  <a:pt x="630763" y="1054484"/>
                  <a:pt x="614570" y="1020480"/>
                </a:cubicBezTo>
                <a:cubicBezTo>
                  <a:pt x="608950" y="1008573"/>
                  <a:pt x="600378" y="999144"/>
                  <a:pt x="590091" y="992476"/>
                </a:cubicBezTo>
                <a:lnTo>
                  <a:pt x="602283" y="893988"/>
                </a:lnTo>
                <a:cubicBezTo>
                  <a:pt x="659623" y="891130"/>
                  <a:pt x="713344" y="874366"/>
                  <a:pt x="760207" y="847125"/>
                </a:cubicBezTo>
                <a:lnTo>
                  <a:pt x="787639" y="885987"/>
                </a:lnTo>
                <a:lnTo>
                  <a:pt x="825739" y="939898"/>
                </a:lnTo>
                <a:cubicBezTo>
                  <a:pt x="821548" y="946756"/>
                  <a:pt x="818310" y="954281"/>
                  <a:pt x="816119" y="962377"/>
                </a:cubicBezTo>
                <a:cubicBezTo>
                  <a:pt x="803832" y="1008192"/>
                  <a:pt x="830978" y="1055246"/>
                  <a:pt x="876793" y="1067438"/>
                </a:cubicBezTo>
                <a:cubicBezTo>
                  <a:pt x="922609" y="1079725"/>
                  <a:pt x="969662" y="1052579"/>
                  <a:pt x="981854" y="1006764"/>
                </a:cubicBezTo>
                <a:cubicBezTo>
                  <a:pt x="994141" y="960948"/>
                  <a:pt x="966995" y="913895"/>
                  <a:pt x="921180" y="901703"/>
                </a:cubicBezTo>
                <a:cubicBezTo>
                  <a:pt x="907273" y="897988"/>
                  <a:pt x="893272" y="897893"/>
                  <a:pt x="880127" y="900846"/>
                </a:cubicBezTo>
                <a:lnTo>
                  <a:pt x="842218" y="847315"/>
                </a:lnTo>
                <a:lnTo>
                  <a:pt x="814405" y="808072"/>
                </a:lnTo>
                <a:cubicBezTo>
                  <a:pt x="820310" y="802929"/>
                  <a:pt x="826025" y="797595"/>
                  <a:pt x="831550" y="792070"/>
                </a:cubicBezTo>
                <a:cubicBezTo>
                  <a:pt x="854791" y="768924"/>
                  <a:pt x="874698" y="742445"/>
                  <a:pt x="890700" y="713489"/>
                </a:cubicBezTo>
                <a:lnTo>
                  <a:pt x="1045767" y="768353"/>
                </a:lnTo>
                <a:cubicBezTo>
                  <a:pt x="1052434" y="796071"/>
                  <a:pt x="1077390" y="816645"/>
                  <a:pt x="1107108" y="816645"/>
                </a:cubicBezTo>
                <a:cubicBezTo>
                  <a:pt x="1141969" y="816645"/>
                  <a:pt x="1170259" y="788355"/>
                  <a:pt x="1170259" y="753494"/>
                </a:cubicBezTo>
                <a:cubicBezTo>
                  <a:pt x="1170259" y="718632"/>
                  <a:pt x="1141969" y="690343"/>
                  <a:pt x="1107108" y="690343"/>
                </a:cubicBezTo>
                <a:cubicBezTo>
                  <a:pt x="1091963" y="690343"/>
                  <a:pt x="1078057" y="695677"/>
                  <a:pt x="1067198" y="704535"/>
                </a:cubicBezTo>
                <a:lnTo>
                  <a:pt x="917370" y="651481"/>
                </a:lnTo>
                <a:cubicBezTo>
                  <a:pt x="928133" y="617763"/>
                  <a:pt x="934039" y="581853"/>
                  <a:pt x="934039" y="544515"/>
                </a:cubicBezTo>
                <a:cubicBezTo>
                  <a:pt x="934039" y="510797"/>
                  <a:pt x="929276" y="478126"/>
                  <a:pt x="920323" y="447265"/>
                </a:cubicBezTo>
                <a:lnTo>
                  <a:pt x="1003666" y="406593"/>
                </a:lnTo>
                <a:cubicBezTo>
                  <a:pt x="1013287" y="414118"/>
                  <a:pt x="1025098" y="419262"/>
                  <a:pt x="1038147" y="420690"/>
                </a:cubicBezTo>
                <a:cubicBezTo>
                  <a:pt x="1075580" y="424881"/>
                  <a:pt x="1109299" y="397926"/>
                  <a:pt x="1113490" y="360492"/>
                </a:cubicBezTo>
                <a:cubicBezTo>
                  <a:pt x="1117681" y="323059"/>
                  <a:pt x="1090725" y="289341"/>
                  <a:pt x="1053292" y="285150"/>
                </a:cubicBezTo>
                <a:cubicBezTo>
                  <a:pt x="1016239" y="281054"/>
                  <a:pt x="982902" y="307343"/>
                  <a:pt x="978139" y="344109"/>
                </a:cubicBezTo>
                <a:lnTo>
                  <a:pt x="895367" y="384495"/>
                </a:lnTo>
                <a:cubicBezTo>
                  <a:pt x="881270" y="357063"/>
                  <a:pt x="863554" y="331727"/>
                  <a:pt x="842980" y="309057"/>
                </a:cubicBezTo>
                <a:lnTo>
                  <a:pt x="958518" y="188090"/>
                </a:lnTo>
                <a:cubicBezTo>
                  <a:pt x="967376" y="191424"/>
                  <a:pt x="976996" y="193233"/>
                  <a:pt x="986998" y="193424"/>
                </a:cubicBezTo>
                <a:cubicBezTo>
                  <a:pt x="1034432" y="194186"/>
                  <a:pt x="1073389" y="156372"/>
                  <a:pt x="1074151" y="108937"/>
                </a:cubicBezTo>
                <a:cubicBezTo>
                  <a:pt x="1074913" y="61598"/>
                  <a:pt x="1037099" y="22545"/>
                  <a:pt x="989665" y="21783"/>
                </a:cubicBezTo>
                <a:cubicBezTo>
                  <a:pt x="942230" y="21021"/>
                  <a:pt x="903273" y="58836"/>
                  <a:pt x="902511" y="106270"/>
                </a:cubicBezTo>
                <a:cubicBezTo>
                  <a:pt x="902320" y="118938"/>
                  <a:pt x="904892" y="131035"/>
                  <a:pt x="909655" y="141894"/>
                </a:cubicBezTo>
                <a:lnTo>
                  <a:pt x="793354" y="263909"/>
                </a:lnTo>
                <a:cubicBezTo>
                  <a:pt x="759445" y="238572"/>
                  <a:pt x="720679" y="219237"/>
                  <a:pt x="678864" y="207521"/>
                </a:cubicBezTo>
                <a:lnTo>
                  <a:pt x="689056" y="121701"/>
                </a:lnTo>
                <a:cubicBezTo>
                  <a:pt x="710677" y="112938"/>
                  <a:pt x="726584" y="92459"/>
                  <a:pt x="728299" y="67599"/>
                </a:cubicBezTo>
                <a:cubicBezTo>
                  <a:pt x="730775" y="32832"/>
                  <a:pt x="704486" y="2638"/>
                  <a:pt x="669720" y="162"/>
                </a:cubicBezTo>
                <a:cubicBezTo>
                  <a:pt x="634954" y="-2315"/>
                  <a:pt x="604759" y="23974"/>
                  <a:pt x="602283" y="58740"/>
                </a:cubicBezTo>
                <a:cubicBezTo>
                  <a:pt x="600854" y="78743"/>
                  <a:pt x="608950" y="97221"/>
                  <a:pt x="622666" y="109699"/>
                </a:cubicBezTo>
                <a:lnTo>
                  <a:pt x="612475" y="195615"/>
                </a:lnTo>
                <a:cubicBezTo>
                  <a:pt x="603140" y="194853"/>
                  <a:pt x="593806" y="194472"/>
                  <a:pt x="584281" y="194472"/>
                </a:cubicBezTo>
                <a:cubicBezTo>
                  <a:pt x="553229" y="194472"/>
                  <a:pt x="523130" y="198567"/>
                  <a:pt x="494460" y="206092"/>
                </a:cubicBezTo>
                <a:lnTo>
                  <a:pt x="454360" y="127130"/>
                </a:lnTo>
                <a:cubicBezTo>
                  <a:pt x="465409" y="109890"/>
                  <a:pt x="467790" y="87601"/>
                  <a:pt x="458741" y="67503"/>
                </a:cubicBezTo>
                <a:lnTo>
                  <a:pt x="458741" y="67503"/>
                </a:lnTo>
                <a:close/>
                <a:moveTo>
                  <a:pt x="781448" y="347253"/>
                </a:moveTo>
                <a:cubicBezTo>
                  <a:pt x="730966" y="296770"/>
                  <a:pt x="661243" y="265623"/>
                  <a:pt x="584281" y="265623"/>
                </a:cubicBezTo>
                <a:cubicBezTo>
                  <a:pt x="507319" y="265623"/>
                  <a:pt x="437596" y="296865"/>
                  <a:pt x="387113" y="347253"/>
                </a:cubicBezTo>
                <a:cubicBezTo>
                  <a:pt x="336631" y="397735"/>
                  <a:pt x="305484" y="467458"/>
                  <a:pt x="305484" y="544420"/>
                </a:cubicBezTo>
                <a:cubicBezTo>
                  <a:pt x="305484" y="621382"/>
                  <a:pt x="336726" y="691105"/>
                  <a:pt x="387113" y="741588"/>
                </a:cubicBezTo>
                <a:cubicBezTo>
                  <a:pt x="437596" y="792070"/>
                  <a:pt x="507319" y="823217"/>
                  <a:pt x="584281" y="823217"/>
                </a:cubicBezTo>
                <a:cubicBezTo>
                  <a:pt x="661243" y="823217"/>
                  <a:pt x="730966" y="791975"/>
                  <a:pt x="781448" y="741588"/>
                </a:cubicBezTo>
                <a:cubicBezTo>
                  <a:pt x="831931" y="691105"/>
                  <a:pt x="863077" y="621382"/>
                  <a:pt x="863077" y="544420"/>
                </a:cubicBezTo>
                <a:cubicBezTo>
                  <a:pt x="863173" y="467458"/>
                  <a:pt x="831931" y="397735"/>
                  <a:pt x="781448" y="347253"/>
                </a:cubicBezTo>
                <a:lnTo>
                  <a:pt x="781448" y="347253"/>
                </a:lnTo>
                <a:close/>
                <a:moveTo>
                  <a:pt x="726965" y="459267"/>
                </a:moveTo>
                <a:cubicBezTo>
                  <a:pt x="752683" y="459267"/>
                  <a:pt x="773447" y="480126"/>
                  <a:pt x="773447" y="505749"/>
                </a:cubicBezTo>
                <a:cubicBezTo>
                  <a:pt x="773447" y="531466"/>
                  <a:pt x="752587" y="552231"/>
                  <a:pt x="726965" y="552231"/>
                </a:cubicBezTo>
                <a:cubicBezTo>
                  <a:pt x="701248" y="552231"/>
                  <a:pt x="680483" y="531371"/>
                  <a:pt x="680483" y="505749"/>
                </a:cubicBezTo>
                <a:cubicBezTo>
                  <a:pt x="680483" y="480031"/>
                  <a:pt x="701248" y="459267"/>
                  <a:pt x="726965" y="459267"/>
                </a:cubicBezTo>
                <a:lnTo>
                  <a:pt x="726965" y="459267"/>
                </a:lnTo>
                <a:close/>
                <a:moveTo>
                  <a:pt x="583233" y="590235"/>
                </a:moveTo>
                <a:cubicBezTo>
                  <a:pt x="628000" y="590235"/>
                  <a:pt x="664291" y="626526"/>
                  <a:pt x="664291" y="671293"/>
                </a:cubicBezTo>
                <a:cubicBezTo>
                  <a:pt x="664291" y="716061"/>
                  <a:pt x="628000" y="752351"/>
                  <a:pt x="583233" y="752351"/>
                </a:cubicBezTo>
                <a:cubicBezTo>
                  <a:pt x="538465" y="752351"/>
                  <a:pt x="502175" y="716061"/>
                  <a:pt x="502175" y="671293"/>
                </a:cubicBezTo>
                <a:cubicBezTo>
                  <a:pt x="502080" y="626621"/>
                  <a:pt x="538370" y="590235"/>
                  <a:pt x="583233" y="590235"/>
                </a:cubicBezTo>
                <a:lnTo>
                  <a:pt x="583233" y="590235"/>
                </a:lnTo>
                <a:close/>
              </a:path>
            </a:pathLst>
          </a:custGeom>
          <a:gradFill>
            <a:gsLst>
              <a:gs pos="0">
                <a:schemeClr val="tx2">
                  <a:lumMod val="66000"/>
                  <a:lumOff val="34000"/>
                </a:schemeClr>
              </a:gs>
              <a:gs pos="58000">
                <a:schemeClr val="accent5">
                  <a:lumMod val="60000"/>
                  <a:lumOff val="40000"/>
                </a:schemeClr>
              </a:gs>
              <a:gs pos="89000">
                <a:schemeClr val="accent1">
                  <a:lumMod val="30000"/>
                  <a:lumOff val="70000"/>
                </a:schemeClr>
              </a:gs>
            </a:gsLst>
            <a:lin ang="4200000" scaled="0"/>
          </a:gradFill>
          <a:ln w="9525" cap="flat">
            <a:noFill/>
            <a:prstDash val="solid"/>
            <a:miter/>
          </a:ln>
          <a:effectLst>
            <a:reflection blurRad="6350" stA="50000" endA="300" endPos="90000" dir="5400000" sy="-100000" algn="bl" rotWithShape="0"/>
          </a:effectLst>
        </p:spPr>
        <p:txBody>
          <a:bodyPr rtlCol="0" anchor="ctr"/>
          <a:lstStyle/>
          <a:p>
            <a:endParaRPr lang="tr-TR" dirty="0"/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DB611DCC-1B0D-9FC1-E33E-04AA33129F9E}"/>
              </a:ext>
            </a:extLst>
          </p:cNvPr>
          <p:cNvSpPr txBox="1"/>
          <p:nvPr/>
        </p:nvSpPr>
        <p:spPr>
          <a:xfrm>
            <a:off x="3800168" y="-1461105"/>
            <a:ext cx="464279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r-TR" sz="2800" dirty="0">
                <a:gradFill flip="none" rotWithShape="1">
                  <a:gsLst>
                    <a:gs pos="0">
                      <a:srgbClr val="00B0F0"/>
                    </a:gs>
                    <a:gs pos="57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rgbClr val="002060"/>
                    </a:gs>
                  </a:gsLst>
                  <a:lin ang="4200000" scaled="0"/>
                  <a:tileRect/>
                </a:gradFill>
                <a:latin typeface="neo latina" panose="020B0607020203060204" pitchFamily="34" charset="0"/>
              </a:rPr>
              <a:t>KORONAVİRÜS TABLOSU</a:t>
            </a:r>
          </a:p>
        </p:txBody>
      </p:sp>
    </p:spTree>
    <p:extLst>
      <p:ext uri="{BB962C8B-B14F-4D97-AF65-F5344CB8AC3E}">
        <p14:creationId xmlns:p14="http://schemas.microsoft.com/office/powerpoint/2010/main" val="3199459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</Words>
  <Application>Microsoft Office PowerPoint</Application>
  <PresentationFormat>Geniş ekran</PresentationFormat>
  <Paragraphs>2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Chiller</vt:lpstr>
      <vt:lpstr>neo latina</vt:lpstr>
      <vt:lpstr>Office Teması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Yusuf Özev</dc:creator>
  <cp:lastModifiedBy>Yusuf Özev</cp:lastModifiedBy>
  <cp:revision>3</cp:revision>
  <dcterms:created xsi:type="dcterms:W3CDTF">2025-10-16T10:53:54Z</dcterms:created>
  <dcterms:modified xsi:type="dcterms:W3CDTF">2025-10-16T12:04:22Z</dcterms:modified>
</cp:coreProperties>
</file>